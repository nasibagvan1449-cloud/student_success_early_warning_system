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0" d="100"/>
          <a:sy n="40" d="100"/>
        </p:scale>
        <p:origin x="844" y="-3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Student Success Early Warning System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738388" y="313269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  <a:latin typeface="Aptos"/>
              </a:defRPr>
            </a:pPr>
            <a:r>
              <a:t>A reproducible machine-learning prototype for academic-support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6636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GB" dirty="0"/>
              <a:t>Shaikh Nasib </a:t>
            </a:r>
          </a:p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endParaRPr lang="en-GB" dirty="0"/>
          </a:p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59612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rPr lang="en-GB" dirty="0"/>
              <a:t> IBM </a:t>
            </a:r>
            <a:r>
              <a:rPr lang="en-GB" dirty="0" err="1"/>
              <a:t>Skillbuild</a:t>
            </a:r>
            <a:r>
              <a:rPr lang="en-GB" dirty="0"/>
              <a:t> </a:t>
            </a:r>
            <a:r>
              <a:rPr dirty="0"/>
              <a:t>Applied AI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ptos"/>
              </a:defRPr>
            </a:pPr>
            <a:r>
              <a:t>Khizar Nawaz  |  Applied AI Internship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Turning multiple student factors into a clear support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Academic performance is influenced by learning, support, attendance, and social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rPr dirty="0"/>
              <a:t>• Manual review may not combine many signals consistently.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Early estimates can help educators discuss possible additional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Machine learning can identify historical patterns — not make definitive judgments.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91640"/>
            <a:ext cx="3749039" cy="3337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8" y="1856232"/>
            <a:ext cx="3346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Project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286000"/>
            <a:ext cx="3346703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Educational prototype</a:t>
            </a:r>
            <a:br/>
            <a:br/>
            <a:r>
              <a:t>Not a clinical or psychological diagnosis.</a:t>
            </a:r>
            <a:br/>
            <a:br/>
            <a:r>
              <a:t>Does not replace teachers or guarantee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An end-to-end local machine-learning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14173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  <a:br/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9631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Regression</a:t>
            </a:r>
            <a:br/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Best</a:t>
            </a:r>
            <a:br/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2560320"/>
            <a:ext cx="14173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7727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  <a:br/>
            <a:r>
              <a:t>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75569"/>
                </a:solidFill>
                <a:latin typeface="Aptos"/>
              </a:defRPr>
            </a:pPr>
            <a:r>
              <a:t>Output: predicted final grade / 20  •  performance category  •  academic-support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Official UCI Student Performance Dataset — Mathematics 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Dataset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395 student records</a:t>
            </a:r>
            <a:br/>
            <a:r>
              <a:t>33 columns</a:t>
            </a:r>
            <a:br/>
            <a:r>
              <a:t>Target: G3 final grade</a:t>
            </a:r>
            <a:br/>
            <a:r>
              <a:t>Grade scale: 0–20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7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Feature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Demographics</a:t>
            </a:r>
            <a:br/>
            <a:r>
              <a:t>Family &amp; school support</a:t>
            </a:r>
            <a:br/>
            <a:r>
              <a:t>Study behaviour</a:t>
            </a:r>
            <a:br/>
            <a:r>
              <a:t>Attendance</a:t>
            </a:r>
            <a:br/>
            <a:r>
              <a:t>Prior-term grades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8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Timing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G1 and G2 are valid when prior-term grades exist.</a:t>
            </a:r>
            <a:br/>
            <a:br/>
            <a:r>
              <a:t>A second scenario excludes them for earlier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Source: UCI Machine Learning Repository, Student Performance dataset (dataset id 320).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Model Comparison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Actual metrics from the fixed 80/20 holdout split (random_state = 42)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508760"/>
            <a:ext cx="356616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128" y="1673351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8" y="2103120"/>
            <a:ext cx="316382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Gradient Boosting</a:t>
            </a:r>
            <a:br/>
            <a:br/>
            <a:r>
              <a:t>MAE: 1.128</a:t>
            </a:r>
            <a:br/>
            <a:r>
              <a:t>RMSE: 1.922</a:t>
            </a:r>
            <a:br/>
            <a:r>
              <a:t>R²: 0.820</a:t>
            </a:r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406908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Reproducible and leakage-safe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Load UCI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910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56232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5623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Check schema, missing values &amp; 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7802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Split train/test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9816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9981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Encode categories and scale numbers in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564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21608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2160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Train and compare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7822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43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Save selected full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000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65192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6519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Evaluate, explain and deploy</a:t>
            </a:r>
          </a:p>
        </p:txBody>
      </p:sp>
      <p:pic>
        <p:nvPicPr>
          <p:cNvPr id="24" name="Picture 2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325880"/>
            <a:ext cx="3246120" cy="2231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Working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What the Streamlit application demonstrates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361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Enter grouped student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6248" y="15361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196596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Click Predict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83279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predicted final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8892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9535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383279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performance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370831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0060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academic-support indicator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0624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4370831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80060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Explain important model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Conclusion &amp;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 complete Applied AI workflow, ready for local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Compared multiple regression models using standard, actual evaluation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Integrated the best model into a clear Streamlit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Made model drivers visible through feature-importance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Documented responsible use: support discussions, not definitive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00200"/>
            <a:ext cx="370332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8" y="1764792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194560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More representative data</a:t>
            </a:r>
            <a:br/>
            <a:r>
              <a:t>Fairness assessment</a:t>
            </a:r>
            <a:br/>
            <a:r>
              <a:t>Prediction uncertainty</a:t>
            </a:r>
            <a:br/>
            <a:r>
              <a:t>Educator feedback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563EB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458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shaikhnasib582@gmail.com</cp:lastModifiedBy>
  <cp:revision>5</cp:revision>
  <dcterms:created xsi:type="dcterms:W3CDTF">2013-01-27T09:14:16Z</dcterms:created>
  <dcterms:modified xsi:type="dcterms:W3CDTF">2026-10-22T13:15:02Z</dcterms:modified>
  <cp:category/>
</cp:coreProperties>
</file>